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0" r:id="rId19"/>
    <p:sldId id="277" r:id="rId20"/>
    <p:sldId id="274" r:id="rId21"/>
    <p:sldId id="279" r:id="rId22"/>
    <p:sldId id="278" r:id="rId23"/>
    <p:sldId id="280" r:id="rId24"/>
    <p:sldId id="275" r:id="rId25"/>
    <p:sldId id="276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8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4E46D-8312-4D81-9B7C-B89DD3BC0ED7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00255-19DC-438D-86AC-6396A9450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272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4E46D-8312-4D81-9B7C-B89DD3BC0ED7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00255-19DC-438D-86AC-6396A9450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570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4E46D-8312-4D81-9B7C-B89DD3BC0ED7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00255-19DC-438D-86AC-6396A9450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237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4E46D-8312-4D81-9B7C-B89DD3BC0ED7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00255-19DC-438D-86AC-6396A9450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863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4E46D-8312-4D81-9B7C-B89DD3BC0ED7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00255-19DC-438D-86AC-6396A9450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172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4E46D-8312-4D81-9B7C-B89DD3BC0ED7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00255-19DC-438D-86AC-6396A9450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16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4E46D-8312-4D81-9B7C-B89DD3BC0ED7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00255-19DC-438D-86AC-6396A9450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942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4E46D-8312-4D81-9B7C-B89DD3BC0ED7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00255-19DC-438D-86AC-6396A9450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05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4E46D-8312-4D81-9B7C-B89DD3BC0ED7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00255-19DC-438D-86AC-6396A9450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513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4E46D-8312-4D81-9B7C-B89DD3BC0ED7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00255-19DC-438D-86AC-6396A9450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358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4E46D-8312-4D81-9B7C-B89DD3BC0ED7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00255-19DC-438D-86AC-6396A9450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301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64E46D-8312-4D81-9B7C-B89DD3BC0ED7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600255-19DC-438D-86AC-6396A9450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360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3" Type="http://schemas.openxmlformats.org/officeDocument/2006/relationships/image" Target="../media/image19.emf"/><Relationship Id="rId7" Type="http://schemas.openxmlformats.org/officeDocument/2006/relationships/image" Target="../media/image23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emf"/><Relationship Id="rId5" Type="http://schemas.openxmlformats.org/officeDocument/2006/relationships/image" Target="../media/image21.emf"/><Relationship Id="rId4" Type="http://schemas.openxmlformats.org/officeDocument/2006/relationships/image" Target="../media/image20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emf"/><Relationship Id="rId4" Type="http://schemas.openxmlformats.org/officeDocument/2006/relationships/image" Target="../media/image26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emf"/><Relationship Id="rId4" Type="http://schemas.openxmlformats.org/officeDocument/2006/relationships/image" Target="../media/image30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emf"/><Relationship Id="rId4" Type="http://schemas.openxmlformats.org/officeDocument/2006/relationships/image" Target="../media/image34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emf"/><Relationship Id="rId4" Type="http://schemas.openxmlformats.org/officeDocument/2006/relationships/image" Target="../media/image38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emf"/><Relationship Id="rId13" Type="http://schemas.openxmlformats.org/officeDocument/2006/relationships/image" Target="../media/image51.emf"/><Relationship Id="rId3" Type="http://schemas.openxmlformats.org/officeDocument/2006/relationships/image" Target="../media/image41.emf"/><Relationship Id="rId7" Type="http://schemas.openxmlformats.org/officeDocument/2006/relationships/image" Target="../media/image45.emf"/><Relationship Id="rId12" Type="http://schemas.openxmlformats.org/officeDocument/2006/relationships/image" Target="../media/image50.emf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emf"/><Relationship Id="rId11" Type="http://schemas.openxmlformats.org/officeDocument/2006/relationships/image" Target="../media/image49.emf"/><Relationship Id="rId5" Type="http://schemas.openxmlformats.org/officeDocument/2006/relationships/image" Target="../media/image43.emf"/><Relationship Id="rId10" Type="http://schemas.openxmlformats.org/officeDocument/2006/relationships/image" Target="../media/image48.emf"/><Relationship Id="rId4" Type="http://schemas.openxmlformats.org/officeDocument/2006/relationships/image" Target="../media/image42.emf"/><Relationship Id="rId9" Type="http://schemas.openxmlformats.org/officeDocument/2006/relationships/image" Target="../media/image47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7" Type="http://schemas.openxmlformats.org/officeDocument/2006/relationships/image" Target="../media/image57.emf"/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emf"/><Relationship Id="rId5" Type="http://schemas.openxmlformats.org/officeDocument/2006/relationships/image" Target="../media/image55.emf"/><Relationship Id="rId4" Type="http://schemas.openxmlformats.org/officeDocument/2006/relationships/image" Target="../media/image54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2" Type="http://schemas.openxmlformats.org/officeDocument/2006/relationships/image" Target="../media/image58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1.emf"/><Relationship Id="rId4" Type="http://schemas.openxmlformats.org/officeDocument/2006/relationships/image" Target="../media/image60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em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emf"/><Relationship Id="rId2" Type="http://schemas.openxmlformats.org/officeDocument/2006/relationships/image" Target="../media/image63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emf"/><Relationship Id="rId5" Type="http://schemas.openxmlformats.org/officeDocument/2006/relationships/image" Target="../media/image66.emf"/><Relationship Id="rId4" Type="http://schemas.openxmlformats.org/officeDocument/2006/relationships/image" Target="../media/image65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emf"/><Relationship Id="rId3" Type="http://schemas.openxmlformats.org/officeDocument/2006/relationships/image" Target="../media/image69.emf"/><Relationship Id="rId7" Type="http://schemas.openxmlformats.org/officeDocument/2006/relationships/image" Target="../media/image73.emf"/><Relationship Id="rId2" Type="http://schemas.openxmlformats.org/officeDocument/2006/relationships/image" Target="../media/image68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emf"/><Relationship Id="rId5" Type="http://schemas.openxmlformats.org/officeDocument/2006/relationships/image" Target="../media/image71.emf"/><Relationship Id="rId4" Type="http://schemas.openxmlformats.org/officeDocument/2006/relationships/image" Target="../media/image70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emf"/><Relationship Id="rId3" Type="http://schemas.openxmlformats.org/officeDocument/2006/relationships/image" Target="../media/image76.emf"/><Relationship Id="rId7" Type="http://schemas.openxmlformats.org/officeDocument/2006/relationships/image" Target="../media/image80.emf"/><Relationship Id="rId2" Type="http://schemas.openxmlformats.org/officeDocument/2006/relationships/image" Target="../media/image75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emf"/><Relationship Id="rId5" Type="http://schemas.openxmlformats.org/officeDocument/2006/relationships/image" Target="../media/image78.emf"/><Relationship Id="rId4" Type="http://schemas.openxmlformats.org/officeDocument/2006/relationships/image" Target="../media/image77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emf"/><Relationship Id="rId3" Type="http://schemas.openxmlformats.org/officeDocument/2006/relationships/image" Target="../media/image82.emf"/><Relationship Id="rId7" Type="http://schemas.openxmlformats.org/officeDocument/2006/relationships/image" Target="../media/image86.emf"/><Relationship Id="rId2" Type="http://schemas.openxmlformats.org/officeDocument/2006/relationships/image" Target="../media/image81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5.emf"/><Relationship Id="rId5" Type="http://schemas.openxmlformats.org/officeDocument/2006/relationships/image" Target="../media/image84.emf"/><Relationship Id="rId4" Type="http://schemas.openxmlformats.org/officeDocument/2006/relationships/image" Target="../media/image83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emf"/><Relationship Id="rId2" Type="http://schemas.openxmlformats.org/officeDocument/2006/relationships/image" Target="../media/image87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1.emf"/><Relationship Id="rId5" Type="http://schemas.openxmlformats.org/officeDocument/2006/relationships/image" Target="../media/image90.emf"/><Relationship Id="rId4" Type="http://schemas.openxmlformats.org/officeDocument/2006/relationships/image" Target="../media/image89.e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432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3217" y="1741787"/>
            <a:ext cx="5334000" cy="40005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364" y="1741787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46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751" y="2153680"/>
            <a:ext cx="5334000" cy="40005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848" y="2153680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618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886" y="2689139"/>
            <a:ext cx="5334000" cy="40005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2339" y="-1415622"/>
            <a:ext cx="4972050" cy="44005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8762" y="2598523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562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445226"/>
            <a:ext cx="5334000" cy="40005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3876" y="1725312"/>
            <a:ext cx="5334000" cy="4000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466294"/>
            <a:ext cx="2627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sBulk</a:t>
            </a:r>
            <a:r>
              <a:rPr lang="en-US" dirty="0" smtClean="0"/>
              <a:t>: 1-30/1000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745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158" y="835626"/>
            <a:ext cx="5334000" cy="40005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7888" y="687345"/>
            <a:ext cx="5334000" cy="4000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466294"/>
            <a:ext cx="2627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sBulk</a:t>
            </a:r>
            <a:r>
              <a:rPr lang="en-US" dirty="0" smtClean="0"/>
              <a:t>: 1-20/1000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031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666" y="1000383"/>
            <a:ext cx="5334000" cy="40005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5978" y="1000383"/>
            <a:ext cx="5334000" cy="400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26508" y="807308"/>
            <a:ext cx="2627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sBulk</a:t>
            </a:r>
            <a:r>
              <a:rPr lang="en-US" dirty="0" smtClean="0"/>
              <a:t>: 1-10/1000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159578" y="769723"/>
            <a:ext cx="2627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sBulk</a:t>
            </a:r>
            <a:r>
              <a:rPr lang="en-US" dirty="0" smtClean="0"/>
              <a:t>: 1-5/1000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0083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6385" y="1931259"/>
            <a:ext cx="5334000" cy="40005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175" y="1807691"/>
            <a:ext cx="5023019" cy="400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026508" y="807308"/>
            <a:ext cx="2627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sBulk</a:t>
            </a:r>
            <a:r>
              <a:rPr lang="en-US" dirty="0" smtClean="0"/>
              <a:t>: 1-20/300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541740" y="885653"/>
            <a:ext cx="2627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sBulk</a:t>
            </a:r>
            <a:r>
              <a:rPr lang="en-US" dirty="0" smtClean="0"/>
              <a:t>: 1-20/500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600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5767" y="1560556"/>
            <a:ext cx="5334000" cy="40005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751" y="1560556"/>
            <a:ext cx="5334000" cy="400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23070" y="980988"/>
            <a:ext cx="2125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r>
              <a:rPr lang="en-US" dirty="0" smtClean="0"/>
              <a:t>0*0.4  9*9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522043" y="1165654"/>
            <a:ext cx="2125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20*0.4 17*17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9519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3665" y="2584043"/>
            <a:ext cx="5334000" cy="40005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92" y="2334912"/>
            <a:ext cx="5334000" cy="4000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092" y="234263"/>
            <a:ext cx="2941423" cy="220606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8849" y="234263"/>
            <a:ext cx="2994456" cy="224584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1583" y="236193"/>
            <a:ext cx="3025433" cy="22690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03045" y="281052"/>
            <a:ext cx="2965621" cy="2224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1576" y="9822"/>
            <a:ext cx="52701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r>
              <a:rPr lang="en-US" dirty="0" smtClean="0"/>
              <a:t>0*0.4  9*9 resolution: 20um/4 = 5um ; 5/30 = 1/6 um</a:t>
            </a:r>
          </a:p>
          <a:p>
            <a:r>
              <a:rPr lang="en-US" dirty="0"/>
              <a:t> </a:t>
            </a:r>
            <a:r>
              <a:rPr lang="en-US" dirty="0" smtClean="0"/>
              <a:t>          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153665" y="49597"/>
            <a:ext cx="5865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20*0.4 17*17 resolution: 20um/8 = 2.5um 2.5/30 = 1/12um</a:t>
            </a:r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50527" y="219234"/>
            <a:ext cx="3070655" cy="2302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312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59427" y="43678"/>
            <a:ext cx="6437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15*0.2 13*13 resolution: 20um/6 = 3.33um  3.33/30 = 1/9 um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4043" y="308405"/>
            <a:ext cx="3378200" cy="25336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3487" y="3002177"/>
            <a:ext cx="5334000" cy="4000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4371" y="335352"/>
            <a:ext cx="3695239" cy="277143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2265" y="2318436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1731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59427" y="43678"/>
            <a:ext cx="68415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30*0.4 25*25 resolution: 20um/12 = 1.67um  1.67um/30 = 0.056 um</a:t>
            </a:r>
          </a:p>
          <a:p>
            <a:r>
              <a:rPr lang="en-US" dirty="0" smtClean="0"/>
              <a:t>~25s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649" y="468784"/>
            <a:ext cx="3427971" cy="257097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7708" y="450634"/>
            <a:ext cx="3529914" cy="264743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4870" y="3017108"/>
            <a:ext cx="5334000" cy="40005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750" y="3039762"/>
            <a:ext cx="4865814" cy="364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744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59427" y="43678"/>
            <a:ext cx="68415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  <a:r>
              <a:rPr lang="en-US" dirty="0" smtClean="0"/>
              <a:t>0*0.4 33*33 resolution: 20um/16 = 1.25um  1.25um/30 = 0.0417 um</a:t>
            </a:r>
          </a:p>
          <a:p>
            <a:r>
              <a:rPr lang="en-US" dirty="0" smtClean="0"/>
              <a:t>~61s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3043" y="2857500"/>
            <a:ext cx="5334000" cy="40005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0320" y="2857500"/>
            <a:ext cx="5334000" cy="4000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171" y="413010"/>
            <a:ext cx="3429569" cy="257217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8259" y="413010"/>
            <a:ext cx="3429567" cy="2572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166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351" y="2376102"/>
            <a:ext cx="5334000" cy="40005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0351" y="2376102"/>
            <a:ext cx="5334000" cy="40005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0182" y="729821"/>
            <a:ext cx="2971800" cy="22288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982" y="729821"/>
            <a:ext cx="2776667" cy="2082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59427" y="43678"/>
            <a:ext cx="68415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50*0.4 41*41 resolution: 20um/20 = 1um  1um/30 = 0.033 um</a:t>
            </a:r>
          </a:p>
          <a:p>
            <a:r>
              <a:rPr lang="en-US" dirty="0" smtClean="0"/>
              <a:t>~127s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166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5459" y="263611"/>
            <a:ext cx="2817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Different ROI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82594" y="733168"/>
            <a:ext cx="3789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3by3 15s  120/3 * 150/3 * 15s = 8.3h 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678750" y="733168"/>
            <a:ext cx="3653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5by5 30s </a:t>
            </a:r>
            <a:r>
              <a:rPr lang="en-US" dirty="0" smtClean="0"/>
              <a:t>120/5 * 150/5 * 30s = 6h 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571813" y="575620"/>
            <a:ext cx="38343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7by7 87s </a:t>
            </a:r>
            <a:r>
              <a:rPr lang="en-US" dirty="0" smtClean="0"/>
              <a:t>120/7 * 150/7 * 87s = 8.6h 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6795" y="917834"/>
            <a:ext cx="5334000" cy="40005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5649" y="4781550"/>
            <a:ext cx="2768600" cy="20764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2622" y="4781550"/>
            <a:ext cx="2658763" cy="199407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4459" y="917834"/>
            <a:ext cx="5334000" cy="40005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8369" y="965716"/>
            <a:ext cx="5334000" cy="40005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31618" y="4918334"/>
            <a:ext cx="2326502" cy="174487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40052" y="4943733"/>
            <a:ext cx="2442519" cy="183188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79054" y="822757"/>
            <a:ext cx="5334000" cy="40005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13358" y="905135"/>
            <a:ext cx="5334000" cy="40005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23538" y="4798971"/>
            <a:ext cx="2858529" cy="2143897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60001" y="4918334"/>
            <a:ext cx="2246416" cy="168481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95270" y="844554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7958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2157" y="2383052"/>
            <a:ext cx="5334000" cy="40005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16642"/>
            <a:ext cx="2683476" cy="201260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3120" y="370445"/>
            <a:ext cx="2539999" cy="190499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3172" y="2669831"/>
            <a:ext cx="4569255" cy="342694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4599" y="612431"/>
            <a:ext cx="2743200" cy="20574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9045" y="612431"/>
            <a:ext cx="2613112" cy="195983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07741" y="172995"/>
            <a:ext cx="939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40 * 0.2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848390" y="105075"/>
            <a:ext cx="939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</a:t>
            </a:r>
            <a:r>
              <a:rPr lang="en-US" dirty="0" smtClean="0"/>
              <a:t>0 * 0.1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4628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3852" y="740720"/>
            <a:ext cx="3339759" cy="250481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569" y="-313038"/>
            <a:ext cx="5334000" cy="400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83698" y="3318130"/>
            <a:ext cx="939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40 * 0.1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7185" y="3190360"/>
            <a:ext cx="5334000" cy="40005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8464" y="3614871"/>
            <a:ext cx="4030533" cy="3022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87019" y="523788"/>
            <a:ext cx="939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  <a:r>
              <a:rPr lang="en-US" dirty="0" smtClean="0"/>
              <a:t>0 * 0.4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293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67480" y="469557"/>
            <a:ext cx="901219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Conclusion:</a:t>
            </a:r>
          </a:p>
          <a:p>
            <a:r>
              <a:rPr lang="en-US" dirty="0" smtClean="0"/>
              <a:t>1.   IQ data is venerable to blood and noise signal; Bulk data (SVD 1:20) is better</a:t>
            </a:r>
          </a:p>
          <a:p>
            <a:endParaRPr lang="en-US" dirty="0" smtClean="0"/>
          </a:p>
          <a:p>
            <a:pPr marL="342900" indent="-342900">
              <a:buAutoNum type="arabicPeriod" startAt="2"/>
            </a:pPr>
            <a:r>
              <a:rPr lang="en-US" dirty="0" smtClean="0"/>
              <a:t>Different </a:t>
            </a:r>
            <a:r>
              <a:rPr lang="en-US" dirty="0" err="1" smtClean="0"/>
              <a:t>svd</a:t>
            </a:r>
            <a:r>
              <a:rPr lang="en-US" dirty="0" smtClean="0"/>
              <a:t> threshold </a:t>
            </a:r>
          </a:p>
          <a:p>
            <a:pPr marL="342900" indent="-342900">
              <a:buAutoNum type="arabicPeriod" startAt="2"/>
            </a:pPr>
            <a:r>
              <a:rPr lang="en-US" dirty="0" smtClean="0"/>
              <a:t>Different process time points</a:t>
            </a:r>
          </a:p>
          <a:p>
            <a:pPr marL="342900" indent="-342900">
              <a:buAutoNum type="arabicPeriod" startAt="2"/>
            </a:pPr>
            <a:r>
              <a:rPr lang="en-US" dirty="0" smtClean="0"/>
              <a:t>Different dx </a:t>
            </a:r>
            <a:r>
              <a:rPr lang="en-US" dirty="0" err="1" smtClean="0"/>
              <a:t>dz</a:t>
            </a:r>
            <a:r>
              <a:rPr lang="en-US" dirty="0" smtClean="0"/>
              <a:t> affect resolution and detection accuracy: &gt;= 30by30 is  appropriate for detection accuracy; 20 is appropriate for unexpected drifts (for 3by3 </a:t>
            </a:r>
            <a:r>
              <a:rPr lang="en-US" dirty="0" err="1" smtClean="0"/>
              <a:t>roi</a:t>
            </a:r>
            <a:r>
              <a:rPr lang="en-US" dirty="0" smtClean="0"/>
              <a:t>); ~ 30s</a:t>
            </a:r>
          </a:p>
          <a:p>
            <a:pPr marL="342900" indent="-342900">
              <a:buAutoNum type="arabicPeriod" startAt="2"/>
            </a:pPr>
            <a:r>
              <a:rPr lang="en-US" dirty="0" smtClean="0"/>
              <a:t>Different ROI: adjust</a:t>
            </a:r>
          </a:p>
          <a:p>
            <a:pPr marL="342900" indent="-342900">
              <a:buAutoNum type="arabicPeriod" startAt="2"/>
            </a:pPr>
            <a:r>
              <a:rPr lang="en-US" dirty="0" smtClean="0"/>
              <a:t>Different maximal detection shifts </a:t>
            </a:r>
          </a:p>
          <a:p>
            <a:endParaRPr lang="en-US" dirty="0"/>
          </a:p>
          <a:p>
            <a:r>
              <a:rPr lang="en-US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103553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20" y="3589699"/>
            <a:ext cx="3913489" cy="2935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0976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8052" y="342802"/>
            <a:ext cx="4024533" cy="30184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1549" y="339810"/>
            <a:ext cx="4067429" cy="305057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6479" y="3572199"/>
            <a:ext cx="4246106" cy="319216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3250" y="3467864"/>
            <a:ext cx="4378750" cy="328406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96852" y="-304801"/>
            <a:ext cx="5183305" cy="388747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460154" y="654396"/>
            <a:ext cx="140043" cy="14004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460153" y="1190374"/>
            <a:ext cx="140043" cy="14004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460152" y="1725053"/>
            <a:ext cx="140043" cy="14004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462206" y="2200029"/>
            <a:ext cx="140043" cy="14004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5214551" y="131805"/>
            <a:ext cx="593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#1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933934" y="183291"/>
            <a:ext cx="593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#2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5583707" y="3362061"/>
            <a:ext cx="593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#3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9724247" y="3361202"/>
            <a:ext cx="593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#4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82677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439" y="1436665"/>
            <a:ext cx="2817515" cy="211313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6263" y="1483840"/>
            <a:ext cx="2691714" cy="201878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0286" y="1483840"/>
            <a:ext cx="2691714" cy="201878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799" y="3707026"/>
            <a:ext cx="3970638" cy="297797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2530" y="3771189"/>
            <a:ext cx="3769329" cy="282699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23654" y="3735662"/>
            <a:ext cx="3816697" cy="286252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51272" y="0"/>
            <a:ext cx="5334000" cy="40005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320110" y="1195516"/>
            <a:ext cx="80321" cy="9286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315988" y="1669191"/>
            <a:ext cx="80321" cy="9286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311866" y="2167587"/>
            <a:ext cx="80321" cy="9286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5787348" y="1067333"/>
            <a:ext cx="593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#1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255557" y="1030611"/>
            <a:ext cx="593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#2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10451048" y="1023733"/>
            <a:ext cx="593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#3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2154737" y="3502626"/>
            <a:ext cx="593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#1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5893467" y="3583360"/>
            <a:ext cx="593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#2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9635439" y="3557338"/>
            <a:ext cx="593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#3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6867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3664" y="1024323"/>
            <a:ext cx="2866767" cy="21500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451" y="3566853"/>
            <a:ext cx="4503696" cy="337777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2339" y="939369"/>
            <a:ext cx="2980038" cy="223502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2660" y="3727363"/>
            <a:ext cx="4075671" cy="305675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82143" y="939369"/>
            <a:ext cx="2980039" cy="223502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0942" y="3550764"/>
            <a:ext cx="3866979" cy="290023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56633"/>
            <a:ext cx="5334000" cy="40005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2061523" y="1179040"/>
            <a:ext cx="80321" cy="9286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065640" y="1751574"/>
            <a:ext cx="80321" cy="9286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2077994" y="2266438"/>
            <a:ext cx="80321" cy="9286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5787348" y="729579"/>
            <a:ext cx="593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#1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8255557" y="692857"/>
            <a:ext cx="593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#2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10451048" y="685979"/>
            <a:ext cx="593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#3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2154737" y="3502626"/>
            <a:ext cx="593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#1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5893467" y="3583360"/>
            <a:ext cx="593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#2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9635439" y="3557338"/>
            <a:ext cx="593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#3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32745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778" y="909766"/>
            <a:ext cx="3466071" cy="259955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139" y="3784771"/>
            <a:ext cx="4097639" cy="307322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3119" y="1033334"/>
            <a:ext cx="3301313" cy="247598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5778" y="3863545"/>
            <a:ext cx="3992607" cy="299445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82665" y="934480"/>
            <a:ext cx="3433119" cy="257483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6989" y="3918893"/>
            <a:ext cx="3845011" cy="288375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39700" y="118934"/>
            <a:ext cx="5334000" cy="40005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621699" y="1277896"/>
            <a:ext cx="80321" cy="9286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625816" y="1850430"/>
            <a:ext cx="80321" cy="9286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638170" y="2365294"/>
            <a:ext cx="80321" cy="9286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5787348" y="655439"/>
            <a:ext cx="593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#1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255557" y="618717"/>
            <a:ext cx="593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#2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10451048" y="611839"/>
            <a:ext cx="593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#3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2154737" y="3502626"/>
            <a:ext cx="593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#1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5893467" y="3583360"/>
            <a:ext cx="593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#2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9635439" y="3557338"/>
            <a:ext cx="593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#3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9229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1146" y="3539696"/>
            <a:ext cx="4240427" cy="318032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1146" y="547302"/>
            <a:ext cx="4602205" cy="345165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876" y="3652966"/>
            <a:ext cx="3938373" cy="295378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778" y="489637"/>
            <a:ext cx="4107248" cy="308043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8190" y="3539696"/>
            <a:ext cx="4342712" cy="3257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9227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2379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14992</TotalTime>
  <Words>248</Words>
  <Application>Microsoft Office PowerPoint</Application>
  <PresentationFormat>Widescreen</PresentationFormat>
  <Paragraphs>58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Boston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Tang, Jianbo</dc:creator>
  <cp:lastModifiedBy>Tang, Jianbo</cp:lastModifiedBy>
  <cp:revision>30</cp:revision>
  <dcterms:created xsi:type="dcterms:W3CDTF">2021-09-27T15:05:30Z</dcterms:created>
  <dcterms:modified xsi:type="dcterms:W3CDTF">2021-10-08T00:58:06Z</dcterms:modified>
</cp:coreProperties>
</file>