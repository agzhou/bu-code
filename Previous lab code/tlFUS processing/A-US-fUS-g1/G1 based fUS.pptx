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8" autoAdjust="0"/>
    <p:restoredTop sz="94660"/>
  </p:normalViewPr>
  <p:slideViewPr>
    <p:cSldViewPr snapToGrid="0">
      <p:cViewPr>
        <p:scale>
          <a:sx n="75" d="100"/>
          <a:sy n="75" d="100"/>
        </p:scale>
        <p:origin x="4032" y="19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D85-1B6D-437E-AF35-8CE17ACAEED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10A0E-7781-4978-BD95-E7A5B9347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03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D85-1B6D-437E-AF35-8CE17ACAEED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10A0E-7781-4978-BD95-E7A5B9347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9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D85-1B6D-437E-AF35-8CE17ACAEED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10A0E-7781-4978-BD95-E7A5B9347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6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D85-1B6D-437E-AF35-8CE17ACAEED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10A0E-7781-4978-BD95-E7A5B9347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72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D85-1B6D-437E-AF35-8CE17ACAEED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10A0E-7781-4978-BD95-E7A5B9347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46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D85-1B6D-437E-AF35-8CE17ACAEED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10A0E-7781-4978-BD95-E7A5B9347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9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D85-1B6D-437E-AF35-8CE17ACAEED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10A0E-7781-4978-BD95-E7A5B9347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D85-1B6D-437E-AF35-8CE17ACAEED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10A0E-7781-4978-BD95-E7A5B9347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1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D85-1B6D-437E-AF35-8CE17ACAEED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10A0E-7781-4978-BD95-E7A5B9347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4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D85-1B6D-437E-AF35-8CE17ACAEED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10A0E-7781-4978-BD95-E7A5B9347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5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D85-1B6D-437E-AF35-8CE17ACAEED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10A0E-7781-4978-BD95-E7A5B9347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5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1BD85-1B6D-437E-AF35-8CE17ACAEED6}" type="datetimeFigureOut">
              <a:rPr lang="en-US" smtClean="0"/>
              <a:t>8/12/2021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10A0E-7781-4978-BD95-E7A5B9347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9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image" Target="../media/image1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Relationship Id="rId9" Type="http://schemas.openxmlformats.org/officeDocument/2006/relationships/image" Target="../media/image2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2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7" Type="http://schemas.openxmlformats.org/officeDocument/2006/relationships/image" Target="../media/image35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G1 based </a:t>
            </a:r>
            <a:r>
              <a:rPr lang="en-US" dirty="0" err="1" smtClean="0"/>
              <a:t>fUS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0812 2021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619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24" y="1686563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804" y="1822951"/>
            <a:ext cx="5334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4314" y="428368"/>
            <a:ext cx="2949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Simulation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579" y="934088"/>
            <a:ext cx="500062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79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33643" b="33538"/>
          <a:stretch/>
        </p:blipFill>
        <p:spPr>
          <a:xfrm>
            <a:off x="810923" y="747241"/>
            <a:ext cx="4765903" cy="51263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6668" y="685727"/>
            <a:ext cx="4701376" cy="352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668" y="3310410"/>
            <a:ext cx="4701376" cy="352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3704" y="57665"/>
            <a:ext cx="57829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Jianbo dataset : </a:t>
            </a:r>
          </a:p>
          <a:p>
            <a:r>
              <a:rPr lang="en-US" dirty="0" smtClean="0"/>
              <a:t> time lag of first valley of </a:t>
            </a:r>
            <a:r>
              <a:rPr lang="en-US" dirty="0" err="1" smtClean="0"/>
              <a:t>rGG</a:t>
            </a:r>
            <a:r>
              <a:rPr lang="en-US" dirty="0" smtClean="0"/>
              <a:t> (phase = pi)</a:t>
            </a:r>
          </a:p>
          <a:p>
            <a:r>
              <a:rPr lang="en-US" dirty="0" smtClean="0"/>
              <a:t> (1)not sensitive; (2) only reflect </a:t>
            </a:r>
            <a:r>
              <a:rPr lang="en-US" dirty="0" err="1" smtClean="0"/>
              <a:t>Vz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863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873" t="-2161" r="-1873" b="28650"/>
          <a:stretch/>
        </p:blipFill>
        <p:spPr>
          <a:xfrm>
            <a:off x="989385" y="708453"/>
            <a:ext cx="5000760" cy="49015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145" y="240793"/>
            <a:ext cx="4724874" cy="354639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9341" t="51797" r="52587" b="7994"/>
          <a:stretch/>
        </p:blipFill>
        <p:spPr>
          <a:xfrm>
            <a:off x="6128952" y="3343202"/>
            <a:ext cx="4277782" cy="2712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0658" y="197708"/>
            <a:ext cx="2504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Bingxue</a:t>
            </a:r>
            <a:r>
              <a:rPr lang="en-US" dirty="0" smtClean="0"/>
              <a:t> dataset:</a:t>
            </a:r>
          </a:p>
          <a:p>
            <a:r>
              <a:rPr lang="en-US" dirty="0" smtClean="0"/>
              <a:t>Less stimulus time 5s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203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946" y="560173"/>
            <a:ext cx="4415069" cy="58867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683" y="401536"/>
            <a:ext cx="4534046" cy="60453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29016" y="337751"/>
            <a:ext cx="183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Vessel pixel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796215" y="337751"/>
            <a:ext cx="183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Clutter pixel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733477" y="5692346"/>
            <a:ext cx="3039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Red line: stimulus; </a:t>
            </a:r>
          </a:p>
          <a:p>
            <a:r>
              <a:rPr lang="en-US" dirty="0" smtClean="0"/>
              <a:t>Blue line: recover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849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119" y="137913"/>
            <a:ext cx="3129202" cy="70015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504" y="137913"/>
            <a:ext cx="3033576" cy="70192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36201" y="137913"/>
            <a:ext cx="183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Vessel pixel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25512" y="137913"/>
            <a:ext cx="183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Clutter pixel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943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8745" t="50634" r="51554" b="8566"/>
          <a:stretch/>
        </p:blipFill>
        <p:spPr>
          <a:xfrm>
            <a:off x="1334530" y="750746"/>
            <a:ext cx="4168346" cy="25702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6929" y="345693"/>
            <a:ext cx="4658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Method: absG1(1)-absG1(10)</a:t>
            </a:r>
          </a:p>
          <a:p>
            <a:r>
              <a:rPr lang="en-US" dirty="0"/>
              <a:t>*</a:t>
            </a:r>
            <a:r>
              <a:rPr lang="en-US" dirty="0" smtClean="0"/>
              <a:t> Clutter signal also decay faster given stimulus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108" y="508415"/>
            <a:ext cx="4448433" cy="33381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75837" y="381414"/>
            <a:ext cx="3155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PDI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8766" t="50512" r="50153" b="6991"/>
          <a:stretch/>
        </p:blipFill>
        <p:spPr>
          <a:xfrm>
            <a:off x="1334530" y="3529493"/>
            <a:ext cx="4291915" cy="266536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l="9341" t="51797" r="52587" b="7994"/>
          <a:stretch/>
        </p:blipFill>
        <p:spPr>
          <a:xfrm>
            <a:off x="5807677" y="3598575"/>
            <a:ext cx="3965015" cy="251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3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0535" t="51568" r="51763" b="7766"/>
          <a:stretch/>
        </p:blipFill>
        <p:spPr>
          <a:xfrm>
            <a:off x="1501620" y="3429227"/>
            <a:ext cx="3962180" cy="25641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9341" t="51797" r="52587" b="7994"/>
          <a:stretch/>
        </p:blipFill>
        <p:spPr>
          <a:xfrm>
            <a:off x="5799188" y="3429227"/>
            <a:ext cx="3965015" cy="25139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8032" t="52208" r="51723" b="7021"/>
          <a:stretch/>
        </p:blipFill>
        <p:spPr>
          <a:xfrm>
            <a:off x="1262503" y="900643"/>
            <a:ext cx="4201297" cy="25537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4108" y="508415"/>
            <a:ext cx="4448433" cy="33381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1620" y="185249"/>
            <a:ext cx="7724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Method: sum(absnG1(1:100)) ; absG1 was normalized by dividing the absG1(1)</a:t>
            </a:r>
          </a:p>
          <a:p>
            <a:r>
              <a:rPr lang="en-US" dirty="0"/>
              <a:t>*</a:t>
            </a:r>
            <a:r>
              <a:rPr lang="en-US" dirty="0" smtClean="0"/>
              <a:t> Clutter signal also decay faster given stimulus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282249" y="646914"/>
            <a:ext cx="3155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PDI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88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9586" t="52790" r="52312" b="8852"/>
          <a:stretch/>
        </p:blipFill>
        <p:spPr>
          <a:xfrm>
            <a:off x="6779741" y="782595"/>
            <a:ext cx="4077729" cy="24631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8455"/>
            <a:ext cx="3825240" cy="28689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885620"/>
            <a:ext cx="3352800" cy="2514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93635"/>
            <a:ext cx="3804030" cy="28530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6440" y="3324166"/>
            <a:ext cx="3189279" cy="23919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"/>
          <a:srcRect l="10450" t="52777" r="52761" b="7998"/>
          <a:stretch/>
        </p:blipFill>
        <p:spPr>
          <a:xfrm>
            <a:off x="6876915" y="3400220"/>
            <a:ext cx="3980555" cy="2546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7191" y="239289"/>
            <a:ext cx="4658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Method: (absG1(1)-absG1(10))*</a:t>
            </a:r>
            <a:r>
              <a:rPr lang="en-US" dirty="0" err="1" smtClean="0"/>
              <a:t>vmsk</a:t>
            </a:r>
            <a:endParaRPr lang="en-US" dirty="0" smtClean="0"/>
          </a:p>
          <a:p>
            <a:r>
              <a:rPr lang="en-US" dirty="0" err="1" smtClean="0"/>
              <a:t>Vmsk</a:t>
            </a:r>
            <a:r>
              <a:rPr lang="en-US" dirty="0" smtClean="0"/>
              <a:t>: threshold on time mean(phase(G1));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559" y="5495907"/>
            <a:ext cx="2995219" cy="126227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9778" y="5445761"/>
            <a:ext cx="3161034" cy="131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5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8118" y="364939"/>
            <a:ext cx="4658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Method: sum(absnG1(1:Timelag of phase pi))/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0780" t="54678" r="52863" b="9483"/>
          <a:stretch/>
        </p:blipFill>
        <p:spPr>
          <a:xfrm>
            <a:off x="1754661" y="1128585"/>
            <a:ext cx="3955520" cy="23395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676" y="658095"/>
            <a:ext cx="4448433" cy="33381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9334" t="51791" r="51775" b="6411"/>
          <a:stretch/>
        </p:blipFill>
        <p:spPr>
          <a:xfrm>
            <a:off x="1656486" y="3695346"/>
            <a:ext cx="4151870" cy="26772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l="9341" t="51797" r="52587" b="7994"/>
          <a:stretch/>
        </p:blipFill>
        <p:spPr>
          <a:xfrm>
            <a:off x="6049384" y="3728044"/>
            <a:ext cx="3965015" cy="25139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82249" y="646914"/>
            <a:ext cx="3155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PDI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450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8833" t="49254" r="49034" b="6451"/>
          <a:stretch/>
        </p:blipFill>
        <p:spPr>
          <a:xfrm>
            <a:off x="4902200" y="2133600"/>
            <a:ext cx="4851400" cy="30602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8204" t="50000" r="51327" b="4839"/>
          <a:stretch/>
        </p:blipFill>
        <p:spPr>
          <a:xfrm>
            <a:off x="596900" y="2222500"/>
            <a:ext cx="4746936" cy="317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89100" y="11176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Another dataset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827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397" y="101843"/>
            <a:ext cx="3254372" cy="24421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0616" t="48338" r="52946" b="7095"/>
          <a:stretch/>
        </p:blipFill>
        <p:spPr>
          <a:xfrm>
            <a:off x="4878509" y="-271847"/>
            <a:ext cx="3449945" cy="25332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769" y="2109989"/>
            <a:ext cx="3935977" cy="295426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0025" y="2394773"/>
            <a:ext cx="3219744" cy="24166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/>
          <a:srcRect l="11846" t="50316" r="52465" b="8579"/>
          <a:stretch/>
        </p:blipFill>
        <p:spPr>
          <a:xfrm>
            <a:off x="4918071" y="4643251"/>
            <a:ext cx="3499371" cy="22759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7275" y="4713835"/>
            <a:ext cx="2844190" cy="21347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35746" y="2957384"/>
            <a:ext cx="2353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Motion rejection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635746" y="5411898"/>
            <a:ext cx="2353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PDI 16-17-500Hz-200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80086" y="230659"/>
            <a:ext cx="1647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PDI results:</a:t>
            </a:r>
          </a:p>
          <a:p>
            <a:r>
              <a:rPr lang="en-US" dirty="0" smtClean="0"/>
              <a:t>Further improvement</a:t>
            </a:r>
          </a:p>
        </p:txBody>
      </p:sp>
    </p:spTree>
    <p:extLst>
      <p:ext uri="{BB962C8B-B14F-4D97-AF65-F5344CB8AC3E}">
        <p14:creationId xmlns:p14="http://schemas.microsoft.com/office/powerpoint/2010/main" val="730001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28" y="959433"/>
            <a:ext cx="4187449" cy="314301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970" y="341595"/>
            <a:ext cx="5439001" cy="4082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970" y="3348406"/>
            <a:ext cx="5439001" cy="408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42352" y="553824"/>
            <a:ext cx="3525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PDI </a:t>
            </a:r>
            <a:r>
              <a:rPr lang="en-US" dirty="0" err="1" smtClean="0"/>
              <a:t>svd</a:t>
            </a:r>
            <a:r>
              <a:rPr lang="en-US" dirty="0" smtClean="0"/>
              <a:t>: 50-800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80085" y="230659"/>
            <a:ext cx="2235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PDI results:</a:t>
            </a:r>
          </a:p>
          <a:p>
            <a:r>
              <a:rPr lang="en-US" dirty="0" smtClean="0"/>
              <a:t>Further improvement</a:t>
            </a:r>
          </a:p>
        </p:txBody>
      </p:sp>
    </p:spTree>
    <p:extLst>
      <p:ext uri="{BB962C8B-B14F-4D97-AF65-F5344CB8AC3E}">
        <p14:creationId xmlns:p14="http://schemas.microsoft.com/office/powerpoint/2010/main" val="1528377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15567</TotalTime>
  <Words>141</Words>
  <Application>Microsoft Office PowerPoint</Application>
  <PresentationFormat>Widescreen</PresentationFormat>
  <Paragraphs>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G1 based fUS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Boston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G1 based fUS</dc:title>
  <dc:creator>Tang, Jianbo</dc:creator>
  <cp:lastModifiedBy>Tang, Jianbo</cp:lastModifiedBy>
  <cp:revision>21</cp:revision>
  <dcterms:created xsi:type="dcterms:W3CDTF">2021-08-13T00:54:28Z</dcterms:created>
  <dcterms:modified xsi:type="dcterms:W3CDTF">2021-08-23T20:22:11Z</dcterms:modified>
</cp:coreProperties>
</file>